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B5B0F5-1F8D-B6B7-7287-CD06B48CC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B7EA12-8B82-17BE-6FD0-FB72B915C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1475CE-62CE-3AF9-B8AC-4E4A65B8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0EEDE8-D509-C3E3-5FD8-73726EDF3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7714E0-931B-F5D6-DF44-068FE1B3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64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294E62-493E-637B-24F4-6FC15AF3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142D0-9008-8A2E-825A-26577A2D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1B75CD-1889-9892-EF31-5D6F2C2E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D225C4-EC39-530B-40D6-29B4B8A9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E030E-7D65-E212-73F6-8856890B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62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343CC-5602-C276-F2CA-4F419CB7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F34C50-F406-F755-5074-A14D6FC09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FE3C32-7E4C-9572-19F1-7AEBC8DF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417C8D-98AD-676A-D557-EC86223C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A139A5-FB5A-3DD2-CD08-ED9FD8B4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9924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BFE8A-2ECB-3013-E3E4-6789D891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CB04B0-3018-B077-09FF-D8D5BE871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7FDC4B-D3BB-7932-1EAA-BC9C6826E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371E50-8EC7-76B7-3A53-5A2A6B1B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7ABDA3-F5A1-F1CB-81EB-EB328E413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73573B-C873-2BA7-DCE2-4447B8E7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42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33950-76BA-2BC2-AEE2-FDD32F06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89AE7C-E235-45AD-5B42-95D7A1BC2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89FCB4-46A9-A1E4-4F79-F4816AB97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AB650D7-B703-389B-C5EB-A35BDC7A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1B7295-63E6-0AE6-01ED-061506E15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AD7381-617E-794B-C308-F3E647919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12B7DB-3BE7-6285-52F4-C30ED6F0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B7551D-1CED-58FC-BBED-55F22BE8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72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FFC63-713B-4D86-7A6F-C56A033AF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44589AE-03A8-F05F-4BC3-9CCAA336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6F150C-0092-8185-447B-5F49802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E004D65-25F3-38EF-643E-99C4FB60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62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216D4A7-B97B-5240-35B9-9B9BD9B9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33C21D-9C77-DAF1-C7F7-CE4D74AB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5CA000-6C23-2282-7422-EE48E356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08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E1C19-E066-D486-DA01-5B670825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AA0D3B-D337-6F0B-5CC5-98711FC27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08B087-3F2F-C171-A643-BDCCE6E23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313BD7-E51F-1A87-0E9A-A929AC3C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F10A43-DE77-610F-A662-5A83AE8E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C0CF2D-A912-596F-0EAC-AF28C792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42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5109A-5740-3CD5-595E-F444DB78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EAD8A1-DA4A-0F58-5934-C287AF6F0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C54D9B-4150-0C07-6EEC-29E3802D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F9507D-606A-29C0-CAC2-E145FADE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2E96C0-C1F2-F620-BDE0-2EFAFCCA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EF5664-976A-ECD4-C2FF-A3104FB7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30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B9728-055C-8608-7FC1-286E8A2C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B69BFC-1A4C-852A-F74C-8D7391E06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23CE63-83F0-1DDB-899B-3A82D45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AA42B-A824-C215-93F9-17AA2A95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C0497A-D8E4-E1A8-5402-45A16CAF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03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B29303F-8F4E-0306-D652-B00F79912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D928E1-59F1-AF66-A502-1ED90C231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049583-882F-67DB-BC23-B4465799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1F4E40-B2BF-E5DD-2600-144A84F3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7F0415-CE0D-B748-E0BE-EA1F892C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718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06AC52-8F56-7991-7C4F-AC268C3A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36E3DF-CD0D-1AC2-D733-471C1AF06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491087-8831-0EE4-53F3-BB371C2FE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5F14F-E84D-4655-9163-142E13CE1518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4245F0-B4DB-AA32-1780-505E25959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CC6736-9533-2C7E-482C-5F0BD42BD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F19D-4BCB-4C20-B8E5-03D51905CD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57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2A91842-8F6F-E58E-F62B-8A2BCD453280}"/>
              </a:ext>
            </a:extLst>
          </p:cNvPr>
          <p:cNvSpPr txBox="1"/>
          <p:nvPr/>
        </p:nvSpPr>
        <p:spPr>
          <a:xfrm>
            <a:off x="5278591" y="0"/>
            <a:ext cx="1440000" cy="10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 : Page de connexion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D051FE-A359-4119-FF67-B63095201344}"/>
              </a:ext>
            </a:extLst>
          </p:cNvPr>
          <p:cNvSpPr txBox="1"/>
          <p:nvPr/>
        </p:nvSpPr>
        <p:spPr>
          <a:xfrm>
            <a:off x="10032000" y="1161943"/>
            <a:ext cx="1440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E5 : Accueil admin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6C769F3-82DF-72D2-09C7-5AF95BE04DF7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>
            <a:off x="5998591" y="1080000"/>
            <a:ext cx="4033409" cy="40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D4A66130-DF64-461D-9E55-9AB68461E4AF}"/>
              </a:ext>
            </a:extLst>
          </p:cNvPr>
          <p:cNvSpPr txBox="1"/>
          <p:nvPr/>
        </p:nvSpPr>
        <p:spPr>
          <a:xfrm>
            <a:off x="6186720" y="1433669"/>
            <a:ext cx="1440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E4 : Accueil organisateur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36B79BF-5E32-9EC4-DB55-39AB4861B8BE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998591" y="1080000"/>
            <a:ext cx="908129" cy="35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DD7376AF-55D7-436B-BB9B-E21F2688DA5B}"/>
              </a:ext>
            </a:extLst>
          </p:cNvPr>
          <p:cNvSpPr txBox="1"/>
          <p:nvPr/>
        </p:nvSpPr>
        <p:spPr>
          <a:xfrm>
            <a:off x="663512" y="1080000"/>
            <a:ext cx="1440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E2 : Accueil Joueur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084CAA-AB0D-73E9-FF2F-AC9F850A5EA0}"/>
              </a:ext>
            </a:extLst>
          </p:cNvPr>
          <p:cNvSpPr txBox="1"/>
          <p:nvPr/>
        </p:nvSpPr>
        <p:spPr>
          <a:xfrm>
            <a:off x="3273083" y="1485109"/>
            <a:ext cx="1440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E3 : Accueil Public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4759E1C-CD83-07CD-45FE-95692AC8ABB5}"/>
              </a:ext>
            </a:extLst>
          </p:cNvPr>
          <p:cNvCxnSpPr>
            <a:cxnSpLocks/>
            <a:stCxn id="4" idx="2"/>
            <a:endCxn id="14" idx="3"/>
          </p:cNvCxnSpPr>
          <p:nvPr/>
        </p:nvCxnSpPr>
        <p:spPr>
          <a:xfrm flipH="1">
            <a:off x="2103512" y="1080000"/>
            <a:ext cx="3895079" cy="323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6B1905B-9C08-7464-6812-48F0205F597E}"/>
              </a:ext>
            </a:extLst>
          </p:cNvPr>
          <p:cNvCxnSpPr>
            <a:stCxn id="4" idx="2"/>
            <a:endCxn id="15" idx="0"/>
          </p:cNvCxnSpPr>
          <p:nvPr/>
        </p:nvCxnSpPr>
        <p:spPr>
          <a:xfrm flipH="1">
            <a:off x="3993083" y="1080000"/>
            <a:ext cx="2005508" cy="40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C3B60E0-3033-6665-8160-F7DF7C8731B6}"/>
              </a:ext>
            </a:extLst>
          </p:cNvPr>
          <p:cNvSpPr txBox="1"/>
          <p:nvPr/>
        </p:nvSpPr>
        <p:spPr>
          <a:xfrm>
            <a:off x="10618520" y="2787342"/>
            <a:ext cx="1440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E10 : Lecture logs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8171ABA-25D5-8439-5596-DD2D2A3FD0DD}"/>
              </a:ext>
            </a:extLst>
          </p:cNvPr>
          <p:cNvSpPr txBox="1"/>
          <p:nvPr/>
        </p:nvSpPr>
        <p:spPr>
          <a:xfrm>
            <a:off x="9594902" y="3792425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E13 : liste des comptes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A19DFAC-5276-3C73-D270-377AF3BEC14E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>
            <a:off x="10752000" y="1808274"/>
            <a:ext cx="586520" cy="979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5101567-FDB6-998B-2BB3-870382A57E9E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10314902" y="1808274"/>
            <a:ext cx="437098" cy="1984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7B7645A4-53D4-5150-F3D7-5F889B3F0535}"/>
              </a:ext>
            </a:extLst>
          </p:cNvPr>
          <p:cNvSpPr txBox="1"/>
          <p:nvPr/>
        </p:nvSpPr>
        <p:spPr>
          <a:xfrm>
            <a:off x="5360910" y="2691203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E8: Affichage Tournois O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E9EE1A6-5E56-71E7-6895-2C041C7B565A}"/>
              </a:ext>
            </a:extLst>
          </p:cNvPr>
          <p:cNvSpPr txBox="1"/>
          <p:nvPr/>
        </p:nvSpPr>
        <p:spPr>
          <a:xfrm>
            <a:off x="6952444" y="3879571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E12 : Création tournois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F5FD1FD1-ABE7-AD89-207D-81E18E75D7C5}"/>
              </a:ext>
            </a:extLst>
          </p:cNvPr>
          <p:cNvCxnSpPr>
            <a:cxnSpLocks/>
            <a:stCxn id="10" idx="2"/>
            <a:endCxn id="27" idx="0"/>
          </p:cNvCxnSpPr>
          <p:nvPr/>
        </p:nvCxnSpPr>
        <p:spPr>
          <a:xfrm>
            <a:off x="6906720" y="2080000"/>
            <a:ext cx="765724" cy="1799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83F74721-D9B7-CAB0-6F94-2DDC4B0E684E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 flipH="1">
            <a:off x="6080910" y="2080000"/>
            <a:ext cx="825810" cy="611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61F0D4B1-C429-190F-08A2-B0E67003B6A6}"/>
              </a:ext>
            </a:extLst>
          </p:cNvPr>
          <p:cNvSpPr txBox="1"/>
          <p:nvPr/>
        </p:nvSpPr>
        <p:spPr>
          <a:xfrm>
            <a:off x="4309182" y="4311043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E11 : Description tournois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5C9E301A-05E6-C3DC-B628-622E5640477C}"/>
              </a:ext>
            </a:extLst>
          </p:cNvPr>
          <p:cNvCxnSpPr>
            <a:cxnSpLocks/>
            <a:stCxn id="26" idx="2"/>
            <a:endCxn id="36" idx="0"/>
          </p:cNvCxnSpPr>
          <p:nvPr/>
        </p:nvCxnSpPr>
        <p:spPr>
          <a:xfrm flipH="1">
            <a:off x="5029182" y="3614533"/>
            <a:ext cx="1051728" cy="696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E8B91C6-F21B-4CD3-AF9F-2FD5B91891E4}"/>
              </a:ext>
            </a:extLst>
          </p:cNvPr>
          <p:cNvCxnSpPr>
            <a:cxnSpLocks/>
            <a:stCxn id="15" idx="2"/>
            <a:endCxn id="42" idx="0"/>
          </p:cNvCxnSpPr>
          <p:nvPr/>
        </p:nvCxnSpPr>
        <p:spPr>
          <a:xfrm>
            <a:off x="3993083" y="2131440"/>
            <a:ext cx="33691" cy="559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E3227919-5C9B-4B81-7A26-3A5B1482A03C}"/>
              </a:ext>
            </a:extLst>
          </p:cNvPr>
          <p:cNvSpPr txBox="1"/>
          <p:nvPr/>
        </p:nvSpPr>
        <p:spPr>
          <a:xfrm>
            <a:off x="3306774" y="2691203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E7 : Affichage Tournois P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69B52D43-F7BA-E472-62BD-B65F6C30500C}"/>
              </a:ext>
            </a:extLst>
          </p:cNvPr>
          <p:cNvCxnSpPr>
            <a:cxnSpLocks/>
            <a:stCxn id="42" idx="2"/>
            <a:endCxn id="36" idx="0"/>
          </p:cNvCxnSpPr>
          <p:nvPr/>
        </p:nvCxnSpPr>
        <p:spPr>
          <a:xfrm>
            <a:off x="4026774" y="3614533"/>
            <a:ext cx="1002408" cy="696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28DA07C6-EDB4-5ED7-9B4B-ECA892DC5286}"/>
              </a:ext>
            </a:extLst>
          </p:cNvPr>
          <p:cNvCxnSpPr>
            <a:cxnSpLocks/>
            <a:stCxn id="14" idx="2"/>
            <a:endCxn id="42" idx="0"/>
          </p:cNvCxnSpPr>
          <p:nvPr/>
        </p:nvCxnSpPr>
        <p:spPr>
          <a:xfrm>
            <a:off x="1383512" y="1726331"/>
            <a:ext cx="2643262" cy="96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1C2FB2FE-7C63-BC75-A41C-AFF27B3B7265}"/>
              </a:ext>
            </a:extLst>
          </p:cNvPr>
          <p:cNvSpPr txBox="1"/>
          <p:nvPr/>
        </p:nvSpPr>
        <p:spPr>
          <a:xfrm>
            <a:off x="596693" y="3619129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E6 : Affichage tournois J</a:t>
            </a:r>
          </a:p>
        </p:txBody>
      </p: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DBBA581C-3EC5-D6AC-FBFD-323DB4239C04}"/>
              </a:ext>
            </a:extLst>
          </p:cNvPr>
          <p:cNvCxnSpPr>
            <a:cxnSpLocks/>
            <a:stCxn id="14" idx="2"/>
            <a:endCxn id="72" idx="0"/>
          </p:cNvCxnSpPr>
          <p:nvPr/>
        </p:nvCxnSpPr>
        <p:spPr>
          <a:xfrm flipH="1">
            <a:off x="1316693" y="1726331"/>
            <a:ext cx="66819" cy="1892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2952C6B5-8C30-8231-9E3B-1BCE0D5D3FB6}"/>
              </a:ext>
            </a:extLst>
          </p:cNvPr>
          <p:cNvCxnSpPr>
            <a:cxnSpLocks/>
            <a:stCxn id="72" idx="3"/>
            <a:endCxn id="36" idx="1"/>
          </p:cNvCxnSpPr>
          <p:nvPr/>
        </p:nvCxnSpPr>
        <p:spPr>
          <a:xfrm>
            <a:off x="2036693" y="4080794"/>
            <a:ext cx="2272489" cy="691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8B9D2047-8669-C3E5-7065-64350DC3B363}"/>
              </a:ext>
            </a:extLst>
          </p:cNvPr>
          <p:cNvSpPr txBox="1"/>
          <p:nvPr/>
        </p:nvSpPr>
        <p:spPr>
          <a:xfrm>
            <a:off x="10752000" y="4964597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E19 : Gestion Compte</a:t>
            </a:r>
          </a:p>
        </p:txBody>
      </p: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6B0FF3B8-006D-8E26-FEC1-5EAC82CEADDD}"/>
              </a:ext>
            </a:extLst>
          </p:cNvPr>
          <p:cNvCxnSpPr>
            <a:cxnSpLocks/>
            <a:stCxn id="21" idx="3"/>
            <a:endCxn id="88" idx="0"/>
          </p:cNvCxnSpPr>
          <p:nvPr/>
        </p:nvCxnSpPr>
        <p:spPr>
          <a:xfrm>
            <a:off x="11034902" y="4254090"/>
            <a:ext cx="437098" cy="710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ZoneTexte 93">
            <a:extLst>
              <a:ext uri="{FF2B5EF4-FFF2-40B4-BE49-F238E27FC236}">
                <a16:creationId xmlns:a16="http://schemas.microsoft.com/office/drawing/2014/main" id="{B30EF57A-E8AC-F25A-05E6-B065EDC85652}"/>
              </a:ext>
            </a:extLst>
          </p:cNvPr>
          <p:cNvSpPr txBox="1"/>
          <p:nvPr/>
        </p:nvSpPr>
        <p:spPr>
          <a:xfrm>
            <a:off x="7580403" y="2465841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E9 : Liste candidatures</a:t>
            </a:r>
          </a:p>
        </p:txBody>
      </p: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5B4B6780-4CD1-F380-A005-74D5421B3FC2}"/>
              </a:ext>
            </a:extLst>
          </p:cNvPr>
          <p:cNvCxnSpPr>
            <a:cxnSpLocks/>
            <a:stCxn id="10" idx="2"/>
            <a:endCxn id="94" idx="1"/>
          </p:cNvCxnSpPr>
          <p:nvPr/>
        </p:nvCxnSpPr>
        <p:spPr>
          <a:xfrm>
            <a:off x="6906720" y="2080000"/>
            <a:ext cx="673683" cy="847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" name="ZoneTexte 201">
            <a:extLst>
              <a:ext uri="{FF2B5EF4-FFF2-40B4-BE49-F238E27FC236}">
                <a16:creationId xmlns:a16="http://schemas.microsoft.com/office/drawing/2014/main" id="{6C4E550E-6B0B-6F96-C8EF-DFFCA2240350}"/>
              </a:ext>
            </a:extLst>
          </p:cNvPr>
          <p:cNvSpPr txBox="1"/>
          <p:nvPr/>
        </p:nvSpPr>
        <p:spPr>
          <a:xfrm>
            <a:off x="4656000" y="5533885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E16 : Description match</a:t>
            </a:r>
          </a:p>
        </p:txBody>
      </p:sp>
      <p:cxnSp>
        <p:nvCxnSpPr>
          <p:cNvPr id="204" name="Connecteur droit avec flèche 203">
            <a:extLst>
              <a:ext uri="{FF2B5EF4-FFF2-40B4-BE49-F238E27FC236}">
                <a16:creationId xmlns:a16="http://schemas.microsoft.com/office/drawing/2014/main" id="{035F397D-FC2C-DAEA-7DA1-4179637A0B74}"/>
              </a:ext>
            </a:extLst>
          </p:cNvPr>
          <p:cNvCxnSpPr>
            <a:cxnSpLocks/>
            <a:stCxn id="36" idx="2"/>
            <a:endCxn id="202" idx="0"/>
          </p:cNvCxnSpPr>
          <p:nvPr/>
        </p:nvCxnSpPr>
        <p:spPr>
          <a:xfrm>
            <a:off x="5029182" y="5234373"/>
            <a:ext cx="346818" cy="299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ZoneTexte 221">
            <a:extLst>
              <a:ext uri="{FF2B5EF4-FFF2-40B4-BE49-F238E27FC236}">
                <a16:creationId xmlns:a16="http://schemas.microsoft.com/office/drawing/2014/main" id="{D1EC7DF7-0552-A86A-325E-6C07F28DF18A}"/>
              </a:ext>
            </a:extLst>
          </p:cNvPr>
          <p:cNvSpPr txBox="1"/>
          <p:nvPr/>
        </p:nvSpPr>
        <p:spPr>
          <a:xfrm>
            <a:off x="6285417" y="5308084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E17 : Gestion tournois</a:t>
            </a:r>
          </a:p>
        </p:txBody>
      </p:sp>
      <p:cxnSp>
        <p:nvCxnSpPr>
          <p:cNvPr id="224" name="Connecteur droit avec flèche 223">
            <a:extLst>
              <a:ext uri="{FF2B5EF4-FFF2-40B4-BE49-F238E27FC236}">
                <a16:creationId xmlns:a16="http://schemas.microsoft.com/office/drawing/2014/main" id="{4802ABE1-7E50-0087-D726-C7B87681669F}"/>
              </a:ext>
            </a:extLst>
          </p:cNvPr>
          <p:cNvCxnSpPr>
            <a:cxnSpLocks/>
            <a:stCxn id="26" idx="2"/>
            <a:endCxn id="222" idx="0"/>
          </p:cNvCxnSpPr>
          <p:nvPr/>
        </p:nvCxnSpPr>
        <p:spPr>
          <a:xfrm>
            <a:off x="6080910" y="3614533"/>
            <a:ext cx="924507" cy="1693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9" name="ZoneTexte 238">
            <a:extLst>
              <a:ext uri="{FF2B5EF4-FFF2-40B4-BE49-F238E27FC236}">
                <a16:creationId xmlns:a16="http://schemas.microsoft.com/office/drawing/2014/main" id="{ECBE23E0-4674-C9C6-CCA3-DB897B20F739}"/>
              </a:ext>
            </a:extLst>
          </p:cNvPr>
          <p:cNvSpPr txBox="1"/>
          <p:nvPr/>
        </p:nvSpPr>
        <p:spPr>
          <a:xfrm>
            <a:off x="8495172" y="5308084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E18 : Gestion match</a:t>
            </a:r>
          </a:p>
        </p:txBody>
      </p:sp>
      <p:cxnSp>
        <p:nvCxnSpPr>
          <p:cNvPr id="245" name="Connecteur droit avec flèche 244">
            <a:extLst>
              <a:ext uri="{FF2B5EF4-FFF2-40B4-BE49-F238E27FC236}">
                <a16:creationId xmlns:a16="http://schemas.microsoft.com/office/drawing/2014/main" id="{50D8CD2C-5357-9F10-17EC-1883041170A8}"/>
              </a:ext>
            </a:extLst>
          </p:cNvPr>
          <p:cNvCxnSpPr>
            <a:cxnSpLocks/>
            <a:stCxn id="222" idx="3"/>
            <a:endCxn id="239" idx="1"/>
          </p:cNvCxnSpPr>
          <p:nvPr/>
        </p:nvCxnSpPr>
        <p:spPr>
          <a:xfrm>
            <a:off x="7725417" y="5769749"/>
            <a:ext cx="7697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" name="ZoneTexte 250">
            <a:extLst>
              <a:ext uri="{FF2B5EF4-FFF2-40B4-BE49-F238E27FC236}">
                <a16:creationId xmlns:a16="http://schemas.microsoft.com/office/drawing/2014/main" id="{AE72577E-BB8E-F063-3D7F-3C9DB4CAEC82}"/>
              </a:ext>
            </a:extLst>
          </p:cNvPr>
          <p:cNvSpPr txBox="1"/>
          <p:nvPr/>
        </p:nvSpPr>
        <p:spPr>
          <a:xfrm>
            <a:off x="2256828" y="5533885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E15 : Classement tournois</a:t>
            </a:r>
          </a:p>
        </p:txBody>
      </p:sp>
      <p:cxnSp>
        <p:nvCxnSpPr>
          <p:cNvPr id="253" name="Connecteur droit avec flèche 252">
            <a:extLst>
              <a:ext uri="{FF2B5EF4-FFF2-40B4-BE49-F238E27FC236}">
                <a16:creationId xmlns:a16="http://schemas.microsoft.com/office/drawing/2014/main" id="{FE9FC550-3DE6-C07C-1867-57A95CCEDC28}"/>
              </a:ext>
            </a:extLst>
          </p:cNvPr>
          <p:cNvCxnSpPr>
            <a:cxnSpLocks/>
            <a:stCxn id="36" idx="2"/>
            <a:endCxn id="251" idx="3"/>
          </p:cNvCxnSpPr>
          <p:nvPr/>
        </p:nvCxnSpPr>
        <p:spPr>
          <a:xfrm flipH="1">
            <a:off x="3696828" y="5234373"/>
            <a:ext cx="1332354" cy="761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5" name="ZoneTexte 254">
            <a:extLst>
              <a:ext uri="{FF2B5EF4-FFF2-40B4-BE49-F238E27FC236}">
                <a16:creationId xmlns:a16="http://schemas.microsoft.com/office/drawing/2014/main" id="{A78F09FD-74E7-19A5-CCD8-8ABB25BABC37}"/>
              </a:ext>
            </a:extLst>
          </p:cNvPr>
          <p:cNvSpPr txBox="1"/>
          <p:nvPr/>
        </p:nvSpPr>
        <p:spPr>
          <a:xfrm>
            <a:off x="79894" y="5153296"/>
            <a:ext cx="1440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dirty="0"/>
              <a:t>E14 : Création candidature</a:t>
            </a:r>
          </a:p>
        </p:txBody>
      </p:sp>
      <p:cxnSp>
        <p:nvCxnSpPr>
          <p:cNvPr id="257" name="Connecteur droit avec flèche 256">
            <a:extLst>
              <a:ext uri="{FF2B5EF4-FFF2-40B4-BE49-F238E27FC236}">
                <a16:creationId xmlns:a16="http://schemas.microsoft.com/office/drawing/2014/main" id="{C7AE3A48-33E6-7331-ECE4-58FC2C4185A1}"/>
              </a:ext>
            </a:extLst>
          </p:cNvPr>
          <p:cNvCxnSpPr>
            <a:cxnSpLocks/>
            <a:stCxn id="72" idx="2"/>
            <a:endCxn id="255" idx="0"/>
          </p:cNvCxnSpPr>
          <p:nvPr/>
        </p:nvCxnSpPr>
        <p:spPr>
          <a:xfrm flipH="1">
            <a:off x="799894" y="4542459"/>
            <a:ext cx="516799" cy="61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8191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81</Words>
  <Application>Microsoft Office PowerPoint</Application>
  <PresentationFormat>Grand écran</PresentationFormat>
  <Paragraphs>19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GUILLERMIN Arnaud</dc:creator>
  <cp:lastModifiedBy>GUILLERMIN Arnaud</cp:lastModifiedBy>
  <cp:revision>1</cp:revision>
  <dcterms:created xsi:type="dcterms:W3CDTF">2026-06-03T07:09:58Z</dcterms:created>
  <dcterms:modified xsi:type="dcterms:W3CDTF">2026-06-03T08:22:35Z</dcterms:modified>
</cp:coreProperties>
</file>